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4F2D"/>
    <a:srgbClr val="7D7C7C"/>
    <a:srgbClr val="FFFFFF"/>
    <a:srgbClr val="DBDFE3"/>
    <a:srgbClr val="F5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02BB-FAEE-43FE-B7DC-36003EA87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54E53-1A32-462E-80DC-10B8664FD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BC9C-69A4-4692-A804-BC930B9B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B1516-1FD6-4CAE-84B0-AED172437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56161-3C79-4583-AD4F-205E7BB8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0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0D2C-06E6-418A-9295-E3341807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41C91-A6EE-4284-816A-301585413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6E01A-E434-4B79-8608-CAB45D40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0D057-4DAA-4CA9-A0C7-5A5FA95A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73A31-56EA-43FE-A265-29F513CF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4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ABBF-6641-4FA3-969A-A0781523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E504-8689-4B01-B969-11DC7E279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4B9BA-83A1-420D-AC2D-F47B72E2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F04D-2601-4915-A2B6-E7BC3CE21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36BA4-38E0-4EE2-AE41-D763E8938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0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7423-2679-44E6-85A9-710AE247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8A27-136A-4FE3-9701-3C064F36A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675A9-971C-4D1B-948F-600E6A898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8B102-18D7-4B31-9041-0CD9CA02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E9089-7F01-465F-8B6B-789B69F0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7EA5-DD66-4206-B423-C4BDA864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3724-42A3-4AE9-A4B0-4F10BBA5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F83B2-D657-45EA-8FEA-25B20F7C4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42F0F-8D83-409A-8238-1FDE4B67B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1F8EF-0527-4282-9F07-10FC90AB3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A7FDA-7547-477A-98CF-3F560185F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5F6BF-FFF1-4647-B4CB-33788942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C1738-77A4-4D55-98A7-51022A6B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A1785A-F4DA-49B9-9663-3E749979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4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DEAC-5CF9-4BFF-8752-3F76F03A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A848A-8DE9-4C16-8E6B-EAF625B9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7FD7E-1760-46B1-9DF1-88B17E15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1E47A-058A-4CAB-AB77-8610489B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8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9C28F-82FF-4B46-A46D-58A09140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E573A-956E-4EA6-8739-94033C85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1AD6C-A7CF-4FCF-B068-EBFAAABC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7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6EF6-70BD-45E8-9C02-704F1DAD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F400-3652-4791-82BA-1524242BA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94F6C-9AB8-446C-814C-7B46F6E88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E452E-149F-4BC8-A6CE-A406ED47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2FE8F-453F-4B40-A895-A728855A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23FE8-47E2-4B89-88A7-A0223F32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0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F13B-8E3F-4C92-B0F4-2B2EFB32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64800-D3EA-47B8-B36A-858DEF16F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4F265-71AA-4BD7-9444-11D263E65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64518-0846-457B-9793-A587F4BF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0344D-418D-496B-A5F8-FE715EF7C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C63AC-0C20-4559-986C-1B687D25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3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3024-DED7-413A-9F08-62C3834D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1D7BA-569D-4711-8AE4-14460C779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D3C25-B54D-492D-B87F-8EF0AFE8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59593-59B6-4140-983A-37C117F1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03BAF-6E46-4567-9EB9-99BE504D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8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4F76D-9248-4E0D-BBDF-890EAB0CD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9055C-CC7E-4EDB-89A7-5403709DF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8C563-BAE7-453B-9E96-A6AD865F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D659E-1903-4F5D-8550-F549DBEA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9567B-A32A-4ACC-971F-6B66EC06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6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32DE3-65FF-4A6E-8657-0EA5847D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A44D7-BCC6-46E7-8364-64C08DD40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FD09-703A-4724-89FB-5E6C0B5FC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A9ABC-586F-4D62-8C3F-0B334A9F19F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7E226-2881-4412-BB93-4EE5B16A7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B663-7F24-42B3-AC98-CB70FCB28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3EF93-CF76-4590-A326-A2067F5A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31B7-D107-4A4A-A093-958941C6E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572B-0AFA-4BB2-A197-B9D07CD03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723D9A-7932-4252-A273-85776F362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620" y="-121155"/>
            <a:ext cx="13371884" cy="72622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4D76C3-26E8-45C3-B3CE-835BB31D07CE}"/>
              </a:ext>
            </a:extLst>
          </p:cNvPr>
          <p:cNvSpPr/>
          <p:nvPr/>
        </p:nvSpPr>
        <p:spPr>
          <a:xfrm>
            <a:off x="-721567" y="2558240"/>
            <a:ext cx="14589967" cy="19034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20700" dist="139700" dir="9600000" sx="117000" sy="117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D45FE-ABE1-4B78-8C2B-6C4CA46F9D9F}"/>
              </a:ext>
            </a:extLst>
          </p:cNvPr>
          <p:cNvSpPr txBox="1"/>
          <p:nvPr/>
        </p:nvSpPr>
        <p:spPr>
          <a:xfrm>
            <a:off x="3500210" y="2955964"/>
            <a:ext cx="57104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6600" dirty="0">
                <a:solidFill>
                  <a:srgbClr val="D84F2D"/>
                </a:solidFill>
                <a:latin typeface="HelveticaNeueLT Pro 55 Roman" panose="020B0604020202020204" pitchFamily="34" charset="0"/>
                <a:cs typeface="Arial" panose="020B0604020202020204" pitchFamily="34" charset="0"/>
              </a:rPr>
              <a:t>SarajevoGuide</a:t>
            </a:r>
            <a:endParaRPr lang="en-US" sz="6600" dirty="0">
              <a:solidFill>
                <a:srgbClr val="D84F2D"/>
              </a:solidFill>
              <a:latin typeface="HelveticaNeueLT Pro 55 Roman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DDEC0-60C0-4962-BA21-0B84E1596A8B}"/>
              </a:ext>
            </a:extLst>
          </p:cNvPr>
          <p:cNvSpPr txBox="1"/>
          <p:nvPr/>
        </p:nvSpPr>
        <p:spPr>
          <a:xfrm>
            <a:off x="4470225" y="3958584"/>
            <a:ext cx="3770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pc="300" dirty="0">
                <a:solidFill>
                  <a:srgbClr val="7D7C7C"/>
                </a:solidFill>
                <a:latin typeface="HelveticaNeueLT Pro 45 Lt" panose="020B0403020202020204" pitchFamily="34" charset="0"/>
              </a:rPr>
              <a:t>-Implementacija QR koda-</a:t>
            </a:r>
            <a:endParaRPr lang="en-US" spc="300" dirty="0">
              <a:solidFill>
                <a:srgbClr val="7D7C7C"/>
              </a:solidFill>
              <a:latin typeface="HelveticaNeueLT Pro 45 L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26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51E535-DA34-4616-8830-2F4C2FB9E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4512" y="-859217"/>
            <a:ext cx="12306300" cy="81961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B16A96B-EF9A-43F8-A64D-64B342D7BD8D}"/>
              </a:ext>
            </a:extLst>
          </p:cNvPr>
          <p:cNvSpPr/>
          <p:nvPr/>
        </p:nvSpPr>
        <p:spPr>
          <a:xfrm>
            <a:off x="5413828" y="-1567543"/>
            <a:ext cx="6778171" cy="9361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postavljeni na različitim lokacijama u gradu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nudi korisniku pregled najbližih atrakcija za posjetiti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Omogućava filtriranje po vrsti sadržaja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Hrana i piće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Znamenitosti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Event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6C549-7E46-45EE-B2BC-08FEAA7A5839}"/>
              </a:ext>
            </a:extLst>
          </p:cNvPr>
          <p:cNvSpPr txBox="1"/>
          <p:nvPr/>
        </p:nvSpPr>
        <p:spPr>
          <a:xfrm>
            <a:off x="5965372" y="1192053"/>
            <a:ext cx="519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3600" dirty="0">
                <a:latin typeface="HelveticaNeueLT Pro 55 Roman" panose="020B0604020202020204" pitchFamily="34" charset="0"/>
                <a:cs typeface="Arial" panose="020B0604020202020204" pitchFamily="34" charset="0"/>
              </a:rPr>
              <a:t>QR kodovi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0A86B-DBBB-422A-822E-96670B9819AD}"/>
              </a:ext>
            </a:extLst>
          </p:cNvPr>
          <p:cNvSpPr txBox="1"/>
          <p:nvPr/>
        </p:nvSpPr>
        <p:spPr>
          <a:xfrm>
            <a:off x="5965372" y="2018794"/>
            <a:ext cx="557348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postavljeni na različitim lokacijama u gradu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nudi korisniku pregled najbližih atrakcija u okolini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omogućava filtriranje po vrsti sadržaja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Hrana i piće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Znamenitosti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bs-Latn-BA" sz="2400" dirty="0">
                <a:latin typeface="HelveticaNeueLT Pro 45 Lt" panose="020B0403020202020204" pitchFamily="34" charset="0"/>
                <a:cs typeface="Arial" panose="020B0604020202020204" pitchFamily="34" charset="0"/>
              </a:rPr>
              <a:t>Event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29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3F49C9-FF66-4150-AA62-AF7AFAF5B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34" y="1346361"/>
            <a:ext cx="7707086" cy="4398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2BF954-AEED-4F3D-97F3-F1F0346A0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594" y="184293"/>
            <a:ext cx="4506537" cy="648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7CC8F-F7A9-4D8B-9F53-FD428D603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8" y="-47624"/>
            <a:ext cx="12195304" cy="696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DCA6-47A4-43EB-9FB1-871E4358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70774"/>
            <a:ext cx="10515600" cy="1325563"/>
          </a:xfrm>
        </p:spPr>
        <p:txBody>
          <a:bodyPr/>
          <a:lstStyle/>
          <a:p>
            <a:r>
              <a:rPr lang="bs-Latn-BA" dirty="0">
                <a:latin typeface="HelveticaNeueLT Pro 55 Roman" panose="020B0604020202020204" pitchFamily="34" charset="0"/>
              </a:rPr>
              <a:t>Kome je namijenjeno?</a:t>
            </a:r>
            <a:endParaRPr lang="en-US" dirty="0">
              <a:latin typeface="HelveticaNeueLT Pro 55 Roman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7326-704D-4894-A512-36CFF9F85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188576"/>
            <a:ext cx="5728855" cy="1146175"/>
          </a:xfrm>
        </p:spPr>
        <p:txBody>
          <a:bodyPr>
            <a:normAutofit fontScale="92500" lnSpcReduction="20000"/>
          </a:bodyPr>
          <a:lstStyle/>
          <a:p>
            <a:r>
              <a:rPr lang="bs-Latn-BA" dirty="0">
                <a:latin typeface="HelveticaNeueLT Pro 45 Lt" panose="020B0403020202020204" pitchFamily="34" charset="0"/>
              </a:rPr>
              <a:t>Turistima</a:t>
            </a:r>
          </a:p>
          <a:p>
            <a:r>
              <a:rPr lang="bs-Latn-BA" dirty="0">
                <a:latin typeface="HelveticaNeueLT Pro 45 Lt" panose="020B0403020202020204" pitchFamily="34" charset="0"/>
              </a:rPr>
              <a:t>Svima kojima </a:t>
            </a:r>
            <a:r>
              <a:rPr lang="bs-Latn-BA">
                <a:latin typeface="HelveticaNeueLT Pro 45 Lt" panose="020B0403020202020204" pitchFamily="34" charset="0"/>
              </a:rPr>
              <a:t>treba ideja </a:t>
            </a:r>
            <a:r>
              <a:rPr lang="bs-Latn-BA" dirty="0">
                <a:latin typeface="HelveticaNeueLT Pro 45 Lt" panose="020B0403020202020204" pitchFamily="34" charset="0"/>
              </a:rPr>
              <a:t>kako da ispune dan</a:t>
            </a:r>
            <a:endParaRPr lang="en-US" dirty="0">
              <a:latin typeface="HelveticaNeueLT Pro 45 L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373B1-426D-4540-8D48-DF418246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2687"/>
            <a:ext cx="12192000" cy="20271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AF58E7-93DB-474C-BF63-2FB8DB5660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3" t="7395" r="19429" b="21576"/>
          <a:stretch/>
        </p:blipFill>
        <p:spPr>
          <a:xfrm>
            <a:off x="8170333" y="728779"/>
            <a:ext cx="3183467" cy="508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3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66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HelveticaNeueLT Pro 45 Lt</vt:lpstr>
      <vt:lpstr>HelveticaNeueLT Pro 55 Roman</vt:lpstr>
      <vt:lpstr>Office Theme</vt:lpstr>
      <vt:lpstr>PowerPoint Presentation</vt:lpstr>
      <vt:lpstr>PowerPoint Presentation</vt:lpstr>
      <vt:lpstr>PowerPoint Presentation</vt:lpstr>
      <vt:lpstr>PowerPoint Presentation</vt:lpstr>
      <vt:lpstr>Kome je namijenjeno?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fifi</dc:creator>
  <cp:lastModifiedBy>fifi</cp:lastModifiedBy>
  <cp:revision>15</cp:revision>
  <dcterms:created xsi:type="dcterms:W3CDTF">2025-06-10T09:21:27Z</dcterms:created>
  <dcterms:modified xsi:type="dcterms:W3CDTF">2025-10-23T20:46:50Z</dcterms:modified>
</cp:coreProperties>
</file>